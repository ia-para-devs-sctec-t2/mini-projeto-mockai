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6"/>
      <p:bold r:id="rId7"/>
      <p:italic r:id="rId8"/>
      <p:boldItalic r:id="rId9"/>
    </p:embeddedFont>
    <p:embeddedFont>
      <p:font typeface="Kanit" panose="020B0604020202020204" charset="-34"/>
      <p:regular r:id="rId10"/>
    </p:embeddedFont>
    <p:embeddedFont>
      <p:font typeface="Martel Sans Light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082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007269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MockAI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1507108"/>
            <a:ext cx="283190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Pare de esperar. Comece a construir.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23577" y="1951434"/>
            <a:ext cx="4667845" cy="2184797"/>
          </a:xfrm>
          <a:prstGeom prst="roundRect">
            <a:avLst>
              <a:gd name="adj" fmla="val 1027"/>
            </a:avLst>
          </a:prstGeom>
          <a:solidFill>
            <a:srgbClr val="2F2B54"/>
          </a:solidFill>
          <a:ln/>
        </p:spPr>
      </p:sp>
      <p:sp>
        <p:nvSpPr>
          <p:cNvPr id="6" name="Shape 3"/>
          <p:cNvSpPr/>
          <p:nvPr/>
        </p:nvSpPr>
        <p:spPr>
          <a:xfrm>
            <a:off x="523577" y="1951434"/>
            <a:ext cx="4667845" cy="1092398"/>
          </a:xfrm>
          <a:prstGeom prst="roundRect">
            <a:avLst>
              <a:gd name="adj" fmla="val 2054"/>
            </a:avLst>
          </a:prstGeom>
          <a:solidFill>
            <a:srgbClr val="2F2B54"/>
          </a:solidFill>
          <a:ln/>
        </p:spPr>
      </p:sp>
      <p:sp>
        <p:nvSpPr>
          <p:cNvPr id="7" name="Text 4"/>
          <p:cNvSpPr/>
          <p:nvPr/>
        </p:nvSpPr>
        <p:spPr>
          <a:xfrm>
            <a:off x="673150" y="2101007"/>
            <a:ext cx="1760116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❌</a:t>
            </a: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O Problema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3150" y="2415480"/>
            <a:ext cx="436870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Frontend bloqueado aguardando APIs. Serviços externos atrasam testes de integração.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23577" y="3043833"/>
            <a:ext cx="4667845" cy="1092398"/>
          </a:xfrm>
          <a:prstGeom prst="rect">
            <a:avLst/>
          </a:prstGeom>
          <a:solidFill>
            <a:srgbClr val="2F2B54"/>
          </a:solidFill>
          <a:ln/>
        </p:spPr>
      </p:sp>
      <p:sp>
        <p:nvSpPr>
          <p:cNvPr id="10" name="Shape 7"/>
          <p:cNvSpPr/>
          <p:nvPr/>
        </p:nvSpPr>
        <p:spPr>
          <a:xfrm>
            <a:off x="523577" y="3043833"/>
            <a:ext cx="4667845" cy="19050"/>
          </a:xfrm>
          <a:prstGeom prst="roundRect">
            <a:avLst>
              <a:gd name="adj" fmla="val 117806"/>
            </a:avLst>
          </a:prstGeom>
          <a:solidFill>
            <a:srgbClr val="48446D"/>
          </a:solidFill>
          <a:ln/>
        </p:spPr>
      </p:sp>
      <p:sp>
        <p:nvSpPr>
          <p:cNvPr id="11" name="Text 8"/>
          <p:cNvSpPr/>
          <p:nvPr/>
        </p:nvSpPr>
        <p:spPr>
          <a:xfrm>
            <a:off x="673150" y="3193405"/>
            <a:ext cx="1760116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✅</a:t>
            </a: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A Solução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3150" y="3507879"/>
            <a:ext cx="436870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Uma spec Swagger → endpoints mock funcionais, disponíveis imediatamente.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281" y="446038"/>
            <a:ext cx="3410248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Arquitetura &amp; IA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30" y="1469901"/>
            <a:ext cx="3803824" cy="225757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7346" y="2021690"/>
            <a:ext cx="323815" cy="3238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08846" y="3037862"/>
            <a:ext cx="945541" cy="51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GET /mockai/mock/{id}/{path}</a:t>
            </a:r>
            <a:endParaRPr lang="en-US" sz="10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11878" y="2022297"/>
            <a:ext cx="323815" cy="32381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217206" y="3209181"/>
            <a:ext cx="945541" cy="171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Persistir no H2</a:t>
            </a:r>
            <a:endParaRPr lang="en-US" sz="10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20238" y="2022297"/>
            <a:ext cx="323815" cy="32381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06137" y="3037862"/>
            <a:ext cx="945541" cy="51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POST /mockai/mocks</a:t>
            </a:r>
            <a:endParaRPr lang="en-US" sz="1050" dirty="0"/>
          </a:p>
        </p:txBody>
      </p:sp>
      <p:sp>
        <p:nvSpPr>
          <p:cNvPr id="10" name="Text 4"/>
          <p:cNvSpPr/>
          <p:nvPr/>
        </p:nvSpPr>
        <p:spPr>
          <a:xfrm>
            <a:off x="507281" y="3885381"/>
            <a:ext cx="4311997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Gateway de IA chamado sob demanda para gerar payloads JSON realistas — mocks que se comportam como APIs reais.</a:t>
            </a:r>
            <a:endParaRPr lang="en-US" sz="1100" dirty="0"/>
          </a:p>
        </p:txBody>
      </p:sp>
      <p:sp>
        <p:nvSpPr>
          <p:cNvPr id="11" name="Shape 5"/>
          <p:cNvSpPr/>
          <p:nvPr/>
        </p:nvSpPr>
        <p:spPr>
          <a:xfrm>
            <a:off x="5177656" y="1240780"/>
            <a:ext cx="1661666" cy="1350913"/>
          </a:xfrm>
          <a:prstGeom prst="roundRect">
            <a:avLst>
              <a:gd name="adj" fmla="val 6769"/>
            </a:avLst>
          </a:prstGeom>
          <a:solidFill>
            <a:srgbClr val="100C35"/>
          </a:solidFill>
          <a:ln w="19050">
            <a:solidFill>
              <a:srgbClr val="48446D"/>
            </a:solidFill>
            <a:prstDash val="solid"/>
          </a:ln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8606" y="1240780"/>
            <a:ext cx="76200" cy="135091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398740" y="1404714"/>
            <a:ext cx="1276648" cy="426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Spring Boot 4.0.6 · Java 17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5398740" y="1971154"/>
            <a:ext cx="1276648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Stack moderna e robusta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6979667" y="1240780"/>
            <a:ext cx="1661740" cy="1350913"/>
          </a:xfrm>
          <a:prstGeom prst="roundRect">
            <a:avLst>
              <a:gd name="adj" fmla="val 6769"/>
            </a:avLst>
          </a:prstGeom>
          <a:solidFill>
            <a:srgbClr val="100C35"/>
          </a:solidFill>
          <a:ln w="19050">
            <a:solidFill>
              <a:srgbClr val="48446D"/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0617" y="1240780"/>
            <a:ext cx="76200" cy="135091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200751" y="1404714"/>
            <a:ext cx="1276722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H2 In-Memory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7200751" y="1758107"/>
            <a:ext cx="1276722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Zero configuração de banco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5177656" y="2732038"/>
            <a:ext cx="1661666" cy="1807518"/>
          </a:xfrm>
          <a:prstGeom prst="roundRect">
            <a:avLst>
              <a:gd name="adj" fmla="val 5503"/>
            </a:avLst>
          </a:prstGeom>
          <a:solidFill>
            <a:srgbClr val="100C35"/>
          </a:solidFill>
          <a:ln w="19050">
            <a:solidFill>
              <a:srgbClr val="48446D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8606" y="2732038"/>
            <a:ext cx="76200" cy="180751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98740" y="2895972"/>
            <a:ext cx="1276648" cy="426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Clean Architecture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5398740" y="3462412"/>
            <a:ext cx="1276648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Domain → Application → Infrastructure → API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6979667" y="2732038"/>
            <a:ext cx="1661740" cy="1807518"/>
          </a:xfrm>
          <a:prstGeom prst="roundRect">
            <a:avLst>
              <a:gd name="adj" fmla="val 5503"/>
            </a:avLst>
          </a:prstGeom>
          <a:solidFill>
            <a:srgbClr val="100C35"/>
          </a:solidFill>
          <a:ln w="19050">
            <a:solidFill>
              <a:srgbClr val="48446D"/>
            </a:solidFill>
            <a:prstDash val="solid"/>
          </a:ln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0617" y="2732038"/>
            <a:ext cx="76200" cy="180751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200751" y="2895972"/>
            <a:ext cx="1276722" cy="426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UUIDs pela Aplicação</a:t>
            </a:r>
            <a:endParaRPr lang="en-US" sz="1300" dirty="0"/>
          </a:p>
        </p:txBody>
      </p:sp>
      <p:sp>
        <p:nvSpPr>
          <p:cNvPr id="26" name="Text 16"/>
          <p:cNvSpPr/>
          <p:nvPr/>
        </p:nvSpPr>
        <p:spPr>
          <a:xfrm>
            <a:off x="7200751" y="3462412"/>
            <a:ext cx="1276722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Portabilidade e controle total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1724" y="425946"/>
            <a:ext cx="3883596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Testes &amp; Decisões Técnicas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1724" y="1022300"/>
            <a:ext cx="275779" cy="27577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46377" y="1069702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Swagger UI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346377" y="1348829"/>
            <a:ext cx="4314899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Teste todos os endpoints em </a:t>
            </a:r>
            <a:r>
              <a:rPr lang="en-US" sz="10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/mockai/swagger-ui.html</a:t>
            </a: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sem ferramentas externas.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1724" y="2050777"/>
            <a:ext cx="275779" cy="27577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46377" y="2098179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H2 Console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346377" y="2377306"/>
            <a:ext cx="4314899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Inspeção do banco em tempo real durante desenvolvimento e testes.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11724" y="3055441"/>
            <a:ext cx="275779" cy="27577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46377" y="3102843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Domínio Isolado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346377" y="3381970"/>
            <a:ext cx="4314899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Regras de negócio sem dependência de frameworks — testabilidade máxima.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3911724" y="3948857"/>
            <a:ext cx="4749552" cy="768697"/>
          </a:xfrm>
          <a:prstGeom prst="roundRect">
            <a:avLst>
              <a:gd name="adj" fmla="val 2691"/>
            </a:avLst>
          </a:prstGeom>
          <a:solidFill>
            <a:srgbClr val="183A13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9613" y="4133850"/>
            <a:ext cx="172343" cy="13788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359846" y="4110410"/>
            <a:ext cx="4163541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MockAI elimina bloqueios, acelera entregas e aproxima os mocks do comportamento real — tudo com uma única requisição.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On-screen Show (16:9)</PresentationFormat>
  <Paragraphs>30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Consolas</vt:lpstr>
      <vt:lpstr>Martel Sans Light</vt:lpstr>
      <vt:lpstr>Kanit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Dariel Verdecia Verdecia</cp:lastModifiedBy>
  <cp:revision>1</cp:revision>
  <dcterms:created xsi:type="dcterms:W3CDTF">2026-05-12T12:55:01Z</dcterms:created>
  <dcterms:modified xsi:type="dcterms:W3CDTF">2026-05-12T12:55:46Z</dcterms:modified>
</cp:coreProperties>
</file>